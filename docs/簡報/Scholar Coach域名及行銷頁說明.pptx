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B09E4-D0BD-EF93-A196-5034C8A25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BFC6C13-AF6B-6D0F-CA80-C95598E7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C6F22D-2859-0507-F4C7-149E612C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5942F2-AE33-53C4-0572-0B6FB4F7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ED1119-1FC2-F788-40CD-71FCA5C1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222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409642-7B3E-3D0E-9E44-013CEC9D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71B986-26D9-6901-C0F1-DA4F17EF5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54C5E6-CE56-7598-2C1C-7DABDB24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18AF23-665E-8C6E-0921-BFA55875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484008-FDC9-F7B1-D295-10AE98F9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51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877FB-1F92-4BA5-C650-9DC671E7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11B7FB-7A81-F3E8-D04A-2DC4F0B83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26D07A-6DFE-31F9-CAA9-B4F3FDB09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5515A4-CE89-A974-E1D0-A901C5BB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0DEB87-C51D-EE69-FDD7-66731E12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37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86D0FB-9754-DE49-ADDA-F9AE563AA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C69C72-2628-7C24-FE3E-80C278DD2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E859302-50B1-2726-69DF-637EF71B0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150CAF-EB44-B2D4-B816-5DA7458F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C48446-15A7-E4A8-87C6-F2BB2CFA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447751-5022-507F-AC8E-BE60112E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95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15DEB6-9CE2-1FDA-5490-5414232F0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E95AC3-51D0-D0F4-122D-8D697F1C4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F701E7-2554-C15D-AD33-B4BA1A1BF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B6CB3B-A893-E71E-243D-F377A80F0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204CB90-A4FC-2F6F-D576-C8BCE589E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C6547F-0DEB-E292-050C-F5FFF00D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372E66-AB9C-29FD-6101-769AB27A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2F6C66F-26E6-7389-2178-E05CE882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534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38CDA5-CC0D-9990-BC0A-87BDDA75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45162A0-B291-2267-06D0-119847D5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5B15A35-5492-C3EF-B612-D57D5996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02C23B-BB64-C12E-3297-882B2FEB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98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33FBB96-DD6E-0AEA-712E-CC745046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11A6730-F66C-82C9-6D95-D35475CF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824F48-4017-F56C-05A3-CA838ABD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314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0C5F6-065D-DE00-65A4-C51917F7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A61A12-7077-74A5-4ED7-64F409660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1CA2AC-4280-DAB2-E89B-1B81FA939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1876E89-36C2-8E15-99AB-632902FA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80E2F1-5120-576D-2443-1B4A9FA8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1D7067-261E-2CFB-A5C3-35D42DDD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10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B0F82-63AD-DD97-A5A5-9DC71947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C9D239C-CD4C-E155-1F5A-B4F840923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241E13-48F3-2718-2DA3-A7F05A190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AA516A-3A4A-54B3-8315-2A6271BB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C825DF-9A29-F819-0364-298F8CEA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87067B-5CF3-6A18-BCCA-3905E420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14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BF277F-76DD-D940-1F47-A61ECB14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0E1BE71-C9B5-F06E-5A62-53DDEA543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A7020F-69CD-19D9-3EA0-16A3C722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43077A-2442-C1FB-EECB-DFEE207A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4C74B0-A158-76B7-9624-8239F36C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177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A3683B5-0770-B4B4-51B0-1429C9678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8970551-971D-8A07-1D80-D954F9779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C0A42A-E9DE-E920-0420-2D936C43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B46C7C-471C-73C6-1376-1AD3AA8B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75861B-6303-D997-15F1-C8835ECB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23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D58F3BB-D8D0-B844-4930-FF3FFD40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AAE223-A456-455A-C63E-A641792F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4592BB-23C3-6528-5D6F-875A593C7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DA154-6133-493F-91CD-1A42BFCAB46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57A128-D051-E1E4-71BD-3B1C58734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730E68-0898-7E6E-F3FC-6AAA0983F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76B1C-3E9A-4F17-9783-111EA1792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49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FBBD20-75EE-83DF-764E-4E8C2243E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43277"/>
            <a:ext cx="9144000" cy="1771445"/>
          </a:xfrm>
        </p:spPr>
        <p:txBody>
          <a:bodyPr/>
          <a:lstStyle/>
          <a:p>
            <a:r>
              <a:rPr lang="en-US" altLang="zh-TW" dirty="0"/>
              <a:t>Scholar Coach</a:t>
            </a:r>
            <a:br>
              <a:rPr lang="en-US" altLang="zh-TW" dirty="0"/>
            </a:br>
            <a:r>
              <a:rPr lang="zh-TW" altLang="en-US" dirty="0"/>
              <a:t>域名及行銷頁說明</a:t>
            </a:r>
          </a:p>
        </p:txBody>
      </p:sp>
    </p:spTree>
    <p:extLst>
      <p:ext uri="{BB962C8B-B14F-4D97-AF65-F5344CB8AC3E}">
        <p14:creationId xmlns:p14="http://schemas.microsoft.com/office/powerpoint/2010/main" val="634025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0214E9-F425-0E9D-F1C6-6F304D7E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域名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D3486-9949-BD4B-3189-F3F4DBCAC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9912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scholarcoach.com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在系統開發期間，請先將 scholarcoach.com 網域綁定我們的前導宣傳頁。等未來系統準備上線時，再將網域切換過去。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71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263319-0680-9064-0425-6BF9579D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34116"/>
            <a:ext cx="10515600" cy="1071351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/>
              <a:t>最下方有個區塊，讓使用者填寫</a:t>
            </a:r>
            <a:r>
              <a:rPr lang="en-US" altLang="zh-TW" sz="2400" dirty="0"/>
              <a:t>email</a:t>
            </a:r>
            <a:r>
              <a:rPr lang="zh-TW" altLang="en-US" sz="2400" dirty="0"/>
              <a:t>，需要蒐集填寫的</a:t>
            </a:r>
            <a:r>
              <a:rPr lang="en-US" altLang="zh-TW" sz="2400" dirty="0"/>
              <a:t>email</a:t>
            </a:r>
            <a:r>
              <a:rPr lang="zh-TW" altLang="en-US" sz="2400" dirty="0"/>
              <a:t>，並在上線後寄通知信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C64A633-1D03-85C7-278A-D50BCECA8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632"/>
          <a:stretch>
            <a:fillRect/>
          </a:stretch>
        </p:blipFill>
        <p:spPr>
          <a:xfrm>
            <a:off x="227441" y="925496"/>
            <a:ext cx="11737117" cy="410862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8670F06-9BFC-1D44-3A4C-2D89B4DADF04}"/>
              </a:ext>
            </a:extLst>
          </p:cNvPr>
          <p:cNvSpPr txBox="1"/>
          <p:nvPr/>
        </p:nvSpPr>
        <p:spPr>
          <a:xfrm>
            <a:off x="442451" y="279165"/>
            <a:ext cx="1740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3600" dirty="0"/>
              <a:t>宣傳頁</a:t>
            </a:r>
            <a:endParaRPr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F39AD32-A610-4918-63A9-69662C41BA89}"/>
              </a:ext>
            </a:extLst>
          </p:cNvPr>
          <p:cNvSpPr txBox="1"/>
          <p:nvPr/>
        </p:nvSpPr>
        <p:spPr>
          <a:xfrm>
            <a:off x="838198" y="6105467"/>
            <a:ext cx="11353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/>
              <a:t>使用者填寫的 </a:t>
            </a:r>
            <a:r>
              <a:rPr lang="en-US" altLang="zh-TW" sz="2400" dirty="0"/>
              <a:t>email</a:t>
            </a:r>
            <a:r>
              <a:rPr lang="zh-TW" altLang="en-US" sz="2400" dirty="0"/>
              <a:t>，保存方式無指定，請用</a:t>
            </a:r>
            <a:r>
              <a:rPr lang="en-US" altLang="zh-TW" sz="2400" dirty="0"/>
              <a:t>IT</a:t>
            </a:r>
            <a:r>
              <a:rPr lang="zh-TW" altLang="en-US" sz="2400" dirty="0"/>
              <a:t>方便的方式即可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6544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70F75B5-AB21-491A-010B-A369C38AE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88125"/>
            <a:ext cx="10515600" cy="434860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F8F184A-8C64-E3F1-8336-FF05E44C68F0}"/>
              </a:ext>
            </a:extLst>
          </p:cNvPr>
          <p:cNvSpPr txBox="1"/>
          <p:nvPr/>
        </p:nvSpPr>
        <p:spPr>
          <a:xfrm>
            <a:off x="838200" y="556891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rgbClr val="FF0000"/>
                </a:solidFill>
              </a:rPr>
              <a:t>請輸入有效的 </a:t>
            </a:r>
            <a:r>
              <a:rPr lang="en-US" altLang="zh-TW" sz="2800" dirty="0">
                <a:solidFill>
                  <a:srgbClr val="FF0000"/>
                </a:solidFill>
              </a:rPr>
              <a:t>Email </a:t>
            </a:r>
            <a:r>
              <a:rPr lang="zh-TW" altLang="en-US" sz="2800" dirty="0">
                <a:solidFill>
                  <a:srgbClr val="FF0000"/>
                </a:solidFill>
              </a:rPr>
              <a:t>地址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DC99517F-E507-596A-5524-C05943D0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8260"/>
            <a:ext cx="10515600" cy="104361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按</a:t>
            </a:r>
            <a:r>
              <a:rPr lang="en-US" altLang="zh-TW" sz="2800" dirty="0"/>
              <a:t>”</a:t>
            </a:r>
            <a:r>
              <a:rPr lang="zh-TW" altLang="en-US" sz="2800" dirty="0"/>
              <a:t>搶先登記</a:t>
            </a:r>
            <a:r>
              <a:rPr lang="en-US" altLang="zh-TW" sz="2800" dirty="0"/>
              <a:t>”</a:t>
            </a:r>
            <a:r>
              <a:rPr lang="zh-TW" altLang="en-US" sz="2800" dirty="0"/>
              <a:t>，檢查</a:t>
            </a:r>
            <a:r>
              <a:rPr lang="en-US" altLang="zh-TW" sz="2800" dirty="0"/>
              <a:t>email</a:t>
            </a:r>
            <a:r>
              <a:rPr lang="zh-TW" altLang="en-US" sz="2800" dirty="0"/>
              <a:t>格式，錯誤顯示</a:t>
            </a:r>
          </a:p>
        </p:txBody>
      </p:sp>
    </p:spTree>
    <p:extLst>
      <p:ext uri="{BB962C8B-B14F-4D97-AF65-F5344CB8AC3E}">
        <p14:creationId xmlns:p14="http://schemas.microsoft.com/office/powerpoint/2010/main" val="234186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2E036BB-50A7-7F52-A3DD-AA08715B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142"/>
            <a:ext cx="10515600" cy="4221592"/>
          </a:xfrm>
          <a:prstGeom prst="rect">
            <a:avLst/>
          </a:prstGeom>
        </p:spPr>
      </p:pic>
      <p:sp>
        <p:nvSpPr>
          <p:cNvPr id="10" name="標題 1">
            <a:extLst>
              <a:ext uri="{FF2B5EF4-FFF2-40B4-BE49-F238E27FC236}">
                <a16:creationId xmlns:a16="http://schemas.microsoft.com/office/drawing/2014/main" id="{3E6831D7-C82E-BD18-F4D4-19D5A98F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0305"/>
            <a:ext cx="10515600" cy="114659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按</a:t>
            </a:r>
            <a:r>
              <a:rPr lang="en-US" altLang="zh-TW" sz="2800" dirty="0"/>
              <a:t>”</a:t>
            </a:r>
            <a:r>
              <a:rPr lang="zh-TW" altLang="en-US" sz="2800" dirty="0"/>
              <a:t>搶先登記</a:t>
            </a:r>
            <a:r>
              <a:rPr lang="en-US" altLang="zh-TW" sz="2800" dirty="0"/>
              <a:t>”</a:t>
            </a:r>
            <a:r>
              <a:rPr lang="zh-TW" altLang="en-US" sz="2800" dirty="0"/>
              <a:t>，檢查</a:t>
            </a:r>
            <a:r>
              <a:rPr lang="en-US" altLang="zh-TW" sz="2800" dirty="0"/>
              <a:t>email</a:t>
            </a:r>
            <a:r>
              <a:rPr lang="zh-TW" altLang="en-US" sz="2800" dirty="0"/>
              <a:t>格式，正確則記錄下填寫的</a:t>
            </a:r>
            <a:r>
              <a:rPr lang="en-US" altLang="zh-TW" sz="2800" dirty="0"/>
              <a:t>email</a:t>
            </a:r>
            <a:r>
              <a:rPr lang="zh-TW" altLang="en-US" sz="2800" dirty="0"/>
              <a:t>，顯示</a:t>
            </a:r>
            <a:r>
              <a:rPr lang="en-US" altLang="zh-TW" sz="2800" dirty="0"/>
              <a:t>”</a:t>
            </a:r>
            <a:r>
              <a:rPr lang="zh-TW" altLang="en-US" sz="2800" dirty="0"/>
              <a:t>登記成功畫面</a:t>
            </a:r>
            <a:r>
              <a:rPr lang="en-US" altLang="zh-TW" sz="2800" dirty="0"/>
              <a:t>”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5337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9C58BF-9725-5BBB-427D-13823FD6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19" y="3521948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點擊 </a:t>
            </a:r>
            <a:r>
              <a:rPr lang="en-US" altLang="zh-TW" sz="2400" dirty="0"/>
              <a:t>Header</a:t>
            </a:r>
            <a:r>
              <a:rPr lang="zh-TW" altLang="en-US" sz="2400" dirty="0"/>
              <a:t> 最右方的</a:t>
            </a:r>
            <a:r>
              <a:rPr lang="en-US" altLang="zh-TW" sz="2400" dirty="0"/>
              <a:t> “</a:t>
            </a:r>
            <a:r>
              <a:rPr lang="zh-TW" altLang="en-US" sz="2400" dirty="0"/>
              <a:t>搶先登記</a:t>
            </a:r>
            <a:r>
              <a:rPr lang="en-US" altLang="zh-TW" sz="2400" dirty="0"/>
              <a:t>”</a:t>
            </a:r>
            <a:r>
              <a:rPr lang="zh-TW" altLang="en-US" sz="2400" dirty="0"/>
              <a:t>，</a:t>
            </a:r>
            <a:br>
              <a:rPr lang="en-US" altLang="zh-TW" sz="2400" dirty="0"/>
            </a:br>
            <a:r>
              <a:rPr lang="zh-TW" altLang="en-US" sz="2400" dirty="0"/>
              <a:t>以及第一個區塊的  </a:t>
            </a:r>
            <a:r>
              <a:rPr lang="en-US" altLang="zh-TW" sz="2400" dirty="0"/>
              <a:t>”</a:t>
            </a:r>
            <a:r>
              <a:rPr lang="zh-TW" altLang="en-US" sz="2400" dirty="0"/>
              <a:t>搶先登記，取得免費使用額度</a:t>
            </a:r>
            <a:r>
              <a:rPr lang="en-US" altLang="zh-TW" sz="2400" dirty="0"/>
              <a:t>”</a:t>
            </a:r>
            <a:r>
              <a:rPr lang="zh-TW" altLang="en-US" sz="2400" dirty="0"/>
              <a:t> 按鈕，</a:t>
            </a:r>
            <a:br>
              <a:rPr lang="en-US" altLang="zh-TW" sz="2400" dirty="0"/>
            </a:br>
            <a:r>
              <a:rPr lang="zh-TW" altLang="en-US" sz="2400" dirty="0"/>
              <a:t>頁面跳到底部 </a:t>
            </a:r>
            <a:r>
              <a:rPr lang="en-US" altLang="zh-TW" sz="2400" dirty="0"/>
              <a:t>email</a:t>
            </a:r>
            <a:r>
              <a:rPr lang="zh-TW" altLang="en-US" sz="2400" dirty="0"/>
              <a:t> 填寫區塊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A455A86-9537-4369-30B5-AF5187B48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68743" cy="333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6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171</Words>
  <Application>Microsoft Office PowerPoint</Application>
  <PresentationFormat>寬螢幕</PresentationFormat>
  <Paragraphs>12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Scholar Coach 域名及行銷頁說明</vt:lpstr>
      <vt:lpstr>域名</vt:lpstr>
      <vt:lpstr>最下方有個區塊，讓使用者填寫email，需要蒐集填寫的email，並在上線後寄通知信</vt:lpstr>
      <vt:lpstr>按”搶先登記”，檢查email格式，錯誤顯示</vt:lpstr>
      <vt:lpstr>按”搶先登記”，檢查email格式，正確則記錄下填寫的email，顯示”登記成功畫面”</vt:lpstr>
      <vt:lpstr>點擊 Header 最右方的 “搶先登記”， 以及第一個區塊的  ”搶先登記，取得免費使用額度” 按鈕， 頁面跳到底部 email 填寫區塊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林孝宜</dc:creator>
  <cp:lastModifiedBy>林孝宜</cp:lastModifiedBy>
  <cp:revision>3</cp:revision>
  <dcterms:created xsi:type="dcterms:W3CDTF">2026-07-20T08:05:02Z</dcterms:created>
  <dcterms:modified xsi:type="dcterms:W3CDTF">2026-07-20T08:30:48Z</dcterms:modified>
</cp:coreProperties>
</file>